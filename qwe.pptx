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64" y="86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4166501-4535-73A7-4F28-558FD30CC8F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4ACAE20-F13E-DB60-5A2B-67B7B5E7E27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3170F2-B2C8-BE67-A6B4-73BE15AF743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C0CCD6-C5B9-B1D4-6586-AF2FE8841C1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D9B46192-A20B-48AC-B3D2-6AC0EB63C9EF}" type="slidenum">
              <a:t>‹#›</a:t>
            </a:fld>
            <a:endParaRPr lang="ru-RU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69044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98EAE9-42D1-7CAE-4AEF-8267499FC0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A95242-506A-4557-D8C0-BBA5BC0BF872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13BD2C86-2F99-3C6F-8D3A-DAA2A35663E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C972B7-7CB5-B12C-53B9-BEC41B7A081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B699D9-9BCD-23BC-0A4F-EC2A82EF81A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C8A1AA-F449-ACF9-10DC-9782E7E1676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FF022152-B30E-4ECE-BCFC-568FB9E55D9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53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ru-RU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49C0BB-6FC5-B763-75D7-C56C58E990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B9F1E9-10E2-4CB3-8321-A6F8F6F576B9}" type="slidenum">
              <a:t>1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49FB09A-0E51-6272-8C71-1B2C50D10A6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C0438D-FD67-3588-A74E-0C9525256D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3B9EF8-CDDE-8F3B-1A92-E0889EA1B9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C4CBC16-242A-4F20-9814-9163887CCAD8}" type="slidenum">
              <a:t>2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6449DD-31E8-B68B-3CD7-11794174CD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3307D1-DE39-8129-CC36-237149B8C6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891674-94E4-6A29-4DCA-91BB13A4A4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000F2E-204A-48A6-94C3-BF1282AEDA25}" type="slidenum">
              <a:t>3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4D86E1A-1756-91F1-A021-439A495F6F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675BF1-97AB-0C17-CBC8-33621F45F7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FC4147-5EFB-C474-A2C0-4FC51044B6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FB90BD-CD8F-4ACE-9684-174F9418E1C2}" type="slidenum">
              <a:t>4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C748AC-9AB7-0E3D-AB9F-213642A2024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AC8CAA-FE17-103F-F0A2-EC16A95907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7D3D8C-3972-3B06-F9C0-6A94801541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BA157DD-4722-49F7-A906-87134C591B56}" type="slidenum">
              <a:t>5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0B9F9C6-793E-508B-3674-EA624F7150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ED6514-9FCE-997A-C016-0779C9C4DB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589E21-3598-B260-E03D-EF1A93F4A4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115194-D0E7-47F0-A179-D88EB656A67E}" type="slidenum">
              <a:t>6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8D90FD-2433-51D3-0FEB-8FEDEC3B12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D73E28-7B58-4CB5-0BA5-D4F6069770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724F19-EF41-2B25-3D8A-CAAF856BD3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A32624C-5DFD-4E7B-9AA9-FE34519D16FF}" type="slidenum">
              <a:t>7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DE9A834-E2FA-83DD-E4CE-A88D0CEB553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6B59C0-73A8-58CF-58D3-723814EDA8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067CC-0777-1C2C-D8C5-89A2762C3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845491-81E1-A1AA-4A81-E9340514F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F737B6-B586-A464-ED9C-C6383101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E1B669-BCEA-FBC7-2D7D-CF3F39EA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0574B5-BC51-328A-9682-EE42137F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D674B4-45CB-44A9-8DB8-2DB49F17B41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86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44084-4DE0-3C57-CDBE-27674102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6D905F-68B8-824C-CD5D-6F7BDEDD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C8B51-1A1C-860E-9006-3386E25F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ECF03-0AA8-48ED-FBED-BDD8B13E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8E525-AAF3-A9EF-2953-3189FCBD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87D970-A50D-48CA-8848-638A5B1B1C0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24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62186-932F-FB5F-F015-4A1CA7F2F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50DA7-2C7E-DB60-3655-A5740AEA6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1F8EEF-7104-38CE-D6FB-7670BC3B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C8AF72-38FC-5519-B7C4-E8A1002A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FD98C-DCB8-9383-A302-FAE7F22C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3C79DD-AA76-44A1-9205-2A9E087912C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09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0DEA8-163A-6198-908E-43721624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C97C54-D983-5053-EAFC-2BC2224E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FE5FD7-C44A-FB5D-3F1A-4C93305DA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567538-0A56-5741-3817-C5FEE1AC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DBB7D8-88B0-DADE-9E75-24C0015E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67E3FF-7E48-0EEA-51F6-C7A5E760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F02CE4-9CC1-40D6-B7BF-6B61F15505D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57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15EFB-3305-9812-E860-29746F18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203D0D-3A3D-02FE-249F-6C6BE5C8E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CABD6E-F0A0-F9E2-2024-41C0EBCD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8EDB31-B0E5-3DFA-512D-C3C156F8D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11D515-7829-E863-1258-B58A5B64E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03FF43-4BE9-024E-0D2F-5E692549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5945B3-AB87-7D20-63A2-EDAA0F94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2FEF54-54B6-9C0A-334E-3F75D280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70D616-7419-4E45-830E-0858CB65848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74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C831D-8732-03F8-8F26-EC36A366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D0C5392-4AE8-EA65-423C-244096F0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0811AF-826F-309F-58F9-335601D8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0D222D-B804-93C2-B5F3-B77EC881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9C2A6C-F24F-4604-B979-18E4768F7A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6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6FE225-0A7C-5E6E-76FC-0FB58073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51C5E2-5388-C30B-DC00-732EEEB5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96B499-95F5-8BD4-4E98-26D16FE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D0EBAD-0003-45DC-AB9D-5E170C2CF00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1836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E9598-4ABD-66D5-23F4-085A0195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03AD30-504E-A91E-C5DA-44BC8BDDC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D39C93-EFBF-0194-C56B-7339E5DEA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073128-1F0C-13E3-532A-6C4C3EFD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CD2C77-FC19-A6CC-AC20-CD40A3FE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DF0768-2C76-13A2-E5D4-2C35C5DF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D7BCAB1-4B36-4493-A59D-01490F17291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73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FA9B3-1689-02CE-1C0E-55F089B3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986C65-A5F4-F927-C312-BD46D23DE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C843AD-E482-D687-2DF9-E96BA012A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826D10-F07C-13C0-BE5B-4C16A600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672817-A8B2-EC43-2C25-1E833EB4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35118B-C3C8-AB29-CC5D-BADD8328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FF5A48A-4878-47FC-8C8F-BA72D1A1AD2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29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1AD5B-9B20-EF92-CAD2-306F9857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BDDF58-12C0-B565-593D-23FD3F235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26B7B-17E3-546B-07E0-D5730A27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F142D-E98D-5EE0-B3C4-A5FAD511B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93C8CB-ADC6-636C-C5A5-F5626746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C811D7-DCC2-43E7-A421-562F18A2A35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05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7130D8-DEDB-974E-938D-515EE71EF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7AE65A-C26B-BA4E-0F49-C7F3C95DA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91030A-EAD4-B9F0-8B31-5FDCFD07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B1551-D8AF-39A2-C3D4-0320AEC6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435399-BF50-53AF-CF91-79D79CA7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13F454-C43C-4FE3-9BBC-67095475D43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77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6EE71-53FE-7144-6798-D286A0541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AB3D4B-9CF5-E93D-E302-80B3E26DB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99E912-FA80-E339-9AC7-A3EA7D5862C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2FFC60-82F7-1F91-E299-2DC28CAF376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C2F106-73FB-38DE-9639-305E97A109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FC0C556-3271-4FC5-8777-40AE1737341D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ea typeface="Microsoft YaHe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E4FA6-A03D-52FE-09F6-F61ADF9BA2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8360" y="180000"/>
            <a:ext cx="9071640" cy="1250280"/>
          </a:xfrm>
        </p:spPr>
        <p:txBody>
          <a:bodyPr vert="horz"/>
          <a:lstStyle/>
          <a:p>
            <a:pPr lvl="0" rtl="0"/>
            <a:r>
              <a:rPr lang="ru-RU"/>
              <a:t>Имитация реактора железного человека и принцип его создания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31BB9-5A56-6890-2A8D-060C3FF689DB}"/>
              </a:ext>
            </a:extLst>
          </p:cNvPr>
          <p:cNvSpPr txBox="1"/>
          <p:nvPr/>
        </p:nvSpPr>
        <p:spPr>
          <a:xfrm>
            <a:off x="540000" y="3060000"/>
            <a:ext cx="6300000" cy="887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Участники и создатели проекта: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Измайлов Артур и Власенко Богдан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dirty="0">
                <a:latin typeface="Liberation Sans" pitchFamily="18"/>
                <a:ea typeface="Microsoft YaHei" pitchFamily="2"/>
                <a:cs typeface="Lucida Sans" pitchFamily="2"/>
              </a:rPr>
              <a:t>Руководитель</a:t>
            </a: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 проекта: Поспелов Иван Геннадьевич.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E3C2C-700E-A1CF-E8CD-EEEC2202FE97}"/>
              </a:ext>
            </a:extLst>
          </p:cNvPr>
          <p:cNvSpPr txBox="1"/>
          <p:nvPr/>
        </p:nvSpPr>
        <p:spPr>
          <a:xfrm>
            <a:off x="3780000" y="4860000"/>
            <a:ext cx="3960000" cy="621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Учебный год 24-25,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        г. Москва МГПУ Старт-Про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7CC3F4-6929-9E91-1A65-2D0476A0A4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329198" y="390241"/>
            <a:ext cx="9071640" cy="1250280"/>
          </a:xfrm>
        </p:spPr>
        <p:txBody>
          <a:bodyPr vert="horz"/>
          <a:lstStyle/>
          <a:p>
            <a:pPr lvl="0" rtl="0"/>
            <a:r>
              <a:rPr lang="ru-RU" dirty="0"/>
              <a:t>Распределение</a:t>
            </a:r>
            <a:br>
              <a:rPr lang="ru-RU" dirty="0"/>
            </a:br>
            <a:r>
              <a:rPr lang="ru-RU" dirty="0"/>
              <a:t> обязанностей</a:t>
            </a:r>
            <a:br>
              <a:rPr lang="ru-RU" dirty="0"/>
            </a:br>
            <a:r>
              <a:rPr lang="ru-RU" dirty="0"/>
              <a:t>и задач: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116D2-AEE7-FC4F-6240-EFD383C8DB6A}"/>
              </a:ext>
            </a:extLst>
          </p:cNvPr>
          <p:cNvSpPr txBox="1"/>
          <p:nvPr/>
        </p:nvSpPr>
        <p:spPr>
          <a:xfrm>
            <a:off x="233515" y="2278175"/>
            <a:ext cx="3600000" cy="1114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Измайлов  Артур Маратович: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Помощь в сборе информации, создание реактора ж/ч, создание презентации.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68176-AC85-2CF2-9581-A21AE94780AE}"/>
              </a:ext>
            </a:extLst>
          </p:cNvPr>
          <p:cNvSpPr txBox="1"/>
          <p:nvPr/>
        </p:nvSpPr>
        <p:spPr>
          <a:xfrm>
            <a:off x="233515" y="3573613"/>
            <a:ext cx="4140000" cy="858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Власенко Богдан Сергеевич: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Сбор и обработка всей информации, создание реактора ж/ч,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CB456-3AAD-1D71-EFC0-6FF3AB07806D}"/>
              </a:ext>
            </a:extLst>
          </p:cNvPr>
          <p:cNvSpPr txBox="1"/>
          <p:nvPr/>
        </p:nvSpPr>
        <p:spPr>
          <a:xfrm>
            <a:off x="233515" y="4551267"/>
            <a:ext cx="4140000" cy="1114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Поспелов Иван Геннадьевич: Помощь в создании реактора ж/ч, подготовка материалов и ресурсов.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30C7E0-AAB0-BD11-6838-94BDBBBF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79" y="61825"/>
            <a:ext cx="4325924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80625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18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39352" cy="567055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B3E68-EB04-D3B3-A537-FF0D13D780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625214" y="630061"/>
            <a:ext cx="3436699" cy="14124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 rtl="0" hangingPunct="1">
              <a:lnSpc>
                <a:spcPct val="90000"/>
              </a:lnSpc>
              <a:spcBef>
                <a:spcPct val="0"/>
              </a:spcBef>
            </a:pPr>
            <a:r>
              <a:rPr lang="en-US" sz="33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Проблема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948004-65DD-2638-86CF-50997ACA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4091"/>
          <a:stretch/>
        </p:blipFill>
        <p:spPr>
          <a:xfrm>
            <a:off x="20" y="-1"/>
            <a:ext cx="5040292" cy="5670551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C8EEF4F-FA4D-FB3B-E3DF-2A4E7658EA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25214" y="2042526"/>
            <a:ext cx="3436699" cy="31170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algn="l" rtl="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Проблема наше проекта в том, что молодое поколение всё меньше и меньше увлекаются электроникой. Через сборку такого устройства мы хотим показать увлекательность знаниями и самим процессом изготовления подобных устройств.</a:t>
            </a:r>
          </a:p>
          <a:p>
            <a:pPr lvl="0" indent="-228600" algn="l" rtl="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D75ADBF-6A0E-EDEF-ECAB-387B75B1D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7913" y="2682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11D58-7524-17EC-1487-EA8C774F43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8360" y="226080"/>
            <a:ext cx="9071640" cy="946440"/>
          </a:xfrm>
        </p:spPr>
        <p:txBody>
          <a:bodyPr vert="horz">
            <a:spAutoFit/>
          </a:bodyPr>
          <a:lstStyle/>
          <a:p>
            <a:pPr lvl="0" rtl="0"/>
            <a:r>
              <a:rPr lang="ru-RU"/>
              <a:t>Цели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C05C2-DB61-70F1-2E42-0E9283B82C66}"/>
              </a:ext>
            </a:extLst>
          </p:cNvPr>
          <p:cNvSpPr txBox="1"/>
          <p:nvPr/>
        </p:nvSpPr>
        <p:spPr>
          <a:xfrm>
            <a:off x="540000" y="1689839"/>
            <a:ext cx="3780000" cy="1730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Привлечь людей к электронике, показывая, что с помощью ее можно сделать много интересного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A7188-D2BB-EB36-0533-9E29F1AD484A}"/>
              </a:ext>
            </a:extLst>
          </p:cNvPr>
          <p:cNvSpPr txBox="1"/>
          <p:nvPr/>
        </p:nvSpPr>
        <p:spPr>
          <a:xfrm>
            <a:off x="5760000" y="1800000"/>
            <a:ext cx="4140000" cy="858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ru-RU" sz="1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Lucida Sans" pitchFamily="2"/>
              </a:rPr>
              <a:t>Узнать и научиться придумывать и создавать что-то новое с помощью электроники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F8DD59F-4626-172B-8D35-9A097C2C9419}"/>
              </a:ext>
            </a:extLst>
          </p:cNvPr>
          <p:cNvSpPr/>
          <p:nvPr/>
        </p:nvSpPr>
        <p:spPr>
          <a:xfrm flipH="1">
            <a:off x="3060000" y="1080000"/>
            <a:ext cx="1980000" cy="540000"/>
          </a:xfrm>
          <a:prstGeom prst="line">
            <a:avLst/>
          </a:prstGeom>
          <a:noFill/>
          <a:ln w="36000">
            <a:solidFill>
              <a:srgbClr val="3465A4"/>
            </a:solidFill>
            <a:prstDash val="solid"/>
            <a:tailEnd type="arrow"/>
          </a:ln>
        </p:spPr>
        <p:txBody>
          <a:bodyPr wrap="squar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1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320F6B4-10C5-11FF-2F60-3FDB27EFD62C}"/>
              </a:ext>
            </a:extLst>
          </p:cNvPr>
          <p:cNvSpPr/>
          <p:nvPr/>
        </p:nvSpPr>
        <p:spPr>
          <a:xfrm>
            <a:off x="5040000" y="1080000"/>
            <a:ext cx="2160000" cy="540000"/>
          </a:xfrm>
          <a:prstGeom prst="line">
            <a:avLst/>
          </a:prstGeom>
          <a:noFill/>
          <a:ln w="36000">
            <a:solidFill>
              <a:srgbClr val="3465A4"/>
            </a:solidFill>
            <a:prstDash val="solid"/>
            <a:tailEnd type="arrow"/>
          </a:ln>
        </p:spPr>
        <p:txBody>
          <a:bodyPr wrap="squar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1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C2F3AE-7B3A-2893-F4D9-52C8765A0B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ru-RU" dirty="0"/>
              <a:t>План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9C430C-D016-1983-0EE2-63E0F70037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172520"/>
            <a:ext cx="6156000" cy="3147480"/>
          </a:xfrm>
        </p:spPr>
        <p:txBody>
          <a:bodyPr vert="horz">
            <a:noAutofit/>
          </a:bodyPr>
          <a:lstStyle/>
          <a:p>
            <a:pPr lvl="0" rt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предзащиты: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1)Собрать команду.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2)Придумать тему проекта.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3)Собрать информацию.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4)Распределить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обязаности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5)Собрать ресурсы на создание проекта.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6)Начать делать продукт проекта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/>
              <a:t>После предзащиты: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/>
              <a:t>7)Исправить все ошибки и недочеты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/>
              <a:t>8)Закончить продукт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ru-RU" sz="1400" dirty="0"/>
              <a:t>9)Подготовиться к защите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6BC92A6C-7223-A9DF-FE5D-263AD7000BD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300000" y="1530360"/>
            <a:ext cx="2789640" cy="278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81832B43-DDE4-E683-8AC5-21341EDAC5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2520" y="2160000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1B168C24-4068-1169-9234-2D949722AB0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0000" y="1866960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A683483B-769E-C484-2735-10282E723C2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0000" y="2453039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9B0DEAA9-D8B9-F883-021E-1B1992243D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0000" y="1573920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E61AFEE1-9CB8-A704-5A96-A1D8FC5AE2B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2520" y="2746079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61933CEA-4E32-72F5-632A-8F1E8A39041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2520" y="3039120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B673438-9BE0-977A-950C-5A6B24D365E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3942" y="3440520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678BA23-9A88-C7A2-62FA-BFC53AD7F41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3942" y="3880079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20F3F63-4585-F2B8-24E7-11A9FFC417D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3942" y="4281481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19B93AB-A3EF-3F27-23BB-F9B727BD9D5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3942" y="4636205"/>
            <a:ext cx="321480" cy="2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FC51338-CC2D-402E-F5DB-08A3457EEE5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07333" y="5018302"/>
            <a:ext cx="321480" cy="2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nt">
            <a:extLst>
              <a:ext uri="{FF2B5EF4-FFF2-40B4-BE49-F238E27FC236}">
                <a16:creationId xmlns:a16="http://schemas.microsoft.com/office/drawing/2014/main" id="{D380959B-464C-9ED8-C9EB-AB6FC997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3228" y="6862"/>
            <a:ext cx="9067396" cy="5663688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B83858-ED7D-57B6-6CAA-83168807C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39353" cy="567055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DC508-4FB8-E5BF-53D7-24B40686ED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48903" y="627684"/>
            <a:ext cx="3800280" cy="1414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 rtl="0" hangingPunct="1">
              <a:lnSpc>
                <a:spcPct val="90000"/>
              </a:lnSpc>
              <a:spcBef>
                <a:spcPct val="0"/>
              </a:spcBef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Продукты проекта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7FFD4-A8B9-3D4D-1623-7BE467E4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73277" cy="56705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39700" dir="300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15F4AF-8B59-AAA7-148D-3E4AD2131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31" y="170473"/>
            <a:ext cx="2989383" cy="5587632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B9231288-C42D-7051-673A-0E5B80FC7D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48903" y="2042525"/>
            <a:ext cx="3800280" cy="31170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-228600" algn="l" rtl="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1)Реактор Железного Человека</a:t>
            </a:r>
          </a:p>
          <a:p>
            <a:pPr lvl="0" indent="-228600" algn="l" rtl="0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2)Инструкция по изготовлению реактора.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0080623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46554" cy="1890182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B83AA-21A3-77D8-9E4F-28958ED1853D}"/>
              </a:ext>
            </a:extLst>
          </p:cNvPr>
          <p:cNvSpPr txBox="1"/>
          <p:nvPr/>
        </p:nvSpPr>
        <p:spPr>
          <a:xfrm>
            <a:off x="629876" y="289560"/>
            <a:ext cx="3842166" cy="1343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Ресурсы использованные для изготовления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E65B1-8586-BF10-E864-E4E72708F8AE}"/>
              </a:ext>
            </a:extLst>
          </p:cNvPr>
          <p:cNvSpPr txBox="1"/>
          <p:nvPr/>
        </p:nvSpPr>
        <p:spPr>
          <a:xfrm>
            <a:off x="629875" y="2268220"/>
            <a:ext cx="3842167" cy="2987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Оргстекло акриловое 1 шт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Корпус фонарика 1 шт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Светодиоды 6 шт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Лента светодиодная 150 мм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Батарея Типа «Крона»  1 шт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Фоторезистор 1 шт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Резистор 220 Ом  3 шт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9A62FE-8328-B50B-E674-EEA005C89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 r="14644" b="-3"/>
          <a:stretch/>
        </p:blipFill>
        <p:spPr>
          <a:xfrm>
            <a:off x="5040312" y="10"/>
            <a:ext cx="5045956" cy="567054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E14E4FD-67F2-85CF-6E22-33B3CA4A52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7913" y="2682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414E3DD-8CD3-FE1A-059C-F8AFF831DD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0313" y="2835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бычный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272</Words>
  <Application>Microsoft Office PowerPoint</Application>
  <PresentationFormat>Широкоэкранный</PresentationFormat>
  <Paragraphs>48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Aptos</vt:lpstr>
      <vt:lpstr>Arial</vt:lpstr>
      <vt:lpstr>Liberation Sans</vt:lpstr>
      <vt:lpstr>Liberation Serif</vt:lpstr>
      <vt:lpstr>StarSymbol</vt:lpstr>
      <vt:lpstr>Times New Roman</vt:lpstr>
      <vt:lpstr>Обычный</vt:lpstr>
      <vt:lpstr>Имитация реактора железного человека и принцип его создания</vt:lpstr>
      <vt:lpstr>Распределение  обязанностей и задач:</vt:lpstr>
      <vt:lpstr>Проблема проекта</vt:lpstr>
      <vt:lpstr>Цели проекта</vt:lpstr>
      <vt:lpstr>План работы</vt:lpstr>
      <vt:lpstr>Продукты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ivanw4</dc:creator>
  <cp:lastModifiedBy>Иван Поспелов</cp:lastModifiedBy>
  <cp:revision>6</cp:revision>
  <dcterms:created xsi:type="dcterms:W3CDTF">2024-10-17T17:15:55Z</dcterms:created>
  <dcterms:modified xsi:type="dcterms:W3CDTF">2024-12-20T05:33:15Z</dcterms:modified>
</cp:coreProperties>
</file>